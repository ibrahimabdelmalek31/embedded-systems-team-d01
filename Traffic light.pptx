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3" r:id="rId4"/>
    <p:sldId id="264" r:id="rId5"/>
    <p:sldId id="265" r:id="rId6"/>
    <p:sldId id="266" r:id="rId7"/>
    <p:sldId id="257" r:id="rId8"/>
    <p:sldId id="258" r:id="rId9"/>
    <p:sldId id="259" r:id="rId10"/>
    <p:sldId id="260" r:id="rId11"/>
    <p:sldId id="261" r:id="rId12"/>
    <p:sldId id="262" r:id="rId13"/>
    <p:sldId id="268" r:id="rId14"/>
  </p:sldIdLst>
  <p:sldSz cx="7556500" cy="10699750"/>
  <p:notesSz cx="75565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7096" autoAdjust="0"/>
    <p:restoredTop sz="94660"/>
  </p:normalViewPr>
  <p:slideViewPr>
    <p:cSldViewPr>
      <p:cViewPr>
        <p:scale>
          <a:sx n="70" d="100"/>
          <a:sy n="70" d="100"/>
        </p:scale>
        <p:origin x="-1038" y="10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brahimabdelmalek31/Embedded-Systems-Team-D01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2519" y="892873"/>
            <a:ext cx="5342255" cy="22420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GB" sz="1400" u="sng" spc="2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EMBEDDED SYSTEMS</a:t>
            </a: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u="sng" spc="-15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TRAFFIC</a:t>
            </a:r>
            <a:r>
              <a:rPr sz="1400" u="sng" spc="-1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LIGHT</a:t>
            </a:r>
            <a:endParaRPr sz="14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1100"/>
              </a:spcBef>
            </a:pPr>
            <a:r>
              <a:rPr sz="1400" spc="35" dirty="0">
                <a:latin typeface="Tahoma"/>
                <a:cs typeface="Tahoma"/>
              </a:rPr>
              <a:t>BY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lang="en-GB" sz="1400" spc="40" dirty="0" smtClean="0">
                <a:latin typeface="Tahoma"/>
                <a:cs typeface="Tahoma"/>
              </a:rPr>
              <a:t>SYED MUHAMMAD ABIS RIZVI</a:t>
            </a: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lang="en-GB" sz="1400" spc="40" dirty="0" smtClean="0">
                <a:latin typeface="Tahoma"/>
                <a:cs typeface="Tahoma"/>
              </a:rPr>
              <a:t>IBRAHIM ABD MALEK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ahoma"/>
              <a:cs typeface="Tahoma"/>
            </a:endParaRPr>
          </a:p>
          <a:p>
            <a:pPr marL="12065" marR="5080" algn="ctr">
              <a:lnSpc>
                <a:spcPct val="116300"/>
              </a:lnSpc>
            </a:pPr>
            <a:r>
              <a:rPr sz="1400" spc="-15" dirty="0">
                <a:latin typeface="Tahoma"/>
                <a:cs typeface="Tahoma"/>
              </a:rPr>
              <a:t>GITHUB-LINK</a:t>
            </a:r>
            <a:r>
              <a:rPr sz="1400" spc="-15">
                <a:latin typeface="Tahoma"/>
                <a:cs typeface="Tahoma"/>
              </a:rPr>
              <a:t>: </a:t>
            </a:r>
            <a:r>
              <a:rPr lang="en-US" sz="1400" dirty="0" smtClean="0">
                <a:hlinkClick r:id="rId2"/>
              </a:rPr>
              <a:t>https://github.com/ibrahimabdelmalek31/Embedded-Systems-Team-D01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e Machine Diagram Task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2502"/>
            <a:ext cx="7556500" cy="39347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01850" y="2606675"/>
            <a:ext cx="3365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lang="en-US" u="sng" spc="-14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STATE MACHINE DIAGRAM T</a:t>
            </a:r>
            <a:r>
              <a:rPr lang="en-US" u="sng" spc="-2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lang="en-US" u="sng" spc="4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lang="en-US" u="sng" spc="-1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lang="en-US" u="sng" spc="-13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lang="en-US" u="sng" spc="-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 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1050" y="2530475"/>
            <a:ext cx="873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lang="en-US" u="sng" spc="-14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lang="en-US" u="sng" spc="-2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lang="en-US" u="sng" spc="4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lang="en-US" u="sng" spc="-1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lang="en-US" u="sng" spc="-13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lang="en-US" u="sng" spc="-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lang="en-US" dirty="0">
              <a:latin typeface="Tahoma"/>
              <a:cs typeface="Tahoma"/>
            </a:endParaRPr>
          </a:p>
        </p:txBody>
      </p:sp>
      <p:pic>
        <p:nvPicPr>
          <p:cNvPr id="3" name="Picture 2" descr="Task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2" y="3068319"/>
            <a:ext cx="7487696" cy="4563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ss diagram task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9999"/>
            <a:ext cx="7556500" cy="40397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92450" y="2454275"/>
            <a:ext cx="2391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lang="en-US" u="sng" spc="-145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CLASS DIAGRAM T</a:t>
            </a:r>
            <a:r>
              <a:rPr lang="en-US" u="sng" spc="-20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u="sng" spc="40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u="sng" spc="-15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K</a:t>
            </a:r>
            <a:r>
              <a:rPr lang="en-US" u="sng" spc="-130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u="sng" spc="-5" dirty="0" smtClean="0">
                <a:uFill>
                  <a:solidFill>
                    <a:srgbClr val="000000"/>
                  </a:solidFill>
                </a:uFill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sk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19" y="3101661"/>
            <a:ext cx="5992062" cy="44964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97250" y="2378075"/>
            <a:ext cx="873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lang="en-US" u="sng" spc="-14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lang="en-US" u="sng" spc="-2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lang="en-US" u="sng" spc="4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lang="en-US" u="sng" spc="-1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lang="en-US" u="sng" spc="-13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lang="en-US" u="sng" spc="-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ass Diagram task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72" y="2977819"/>
            <a:ext cx="5591956" cy="4744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35250" y="2225675"/>
            <a:ext cx="2391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lang="en-US" u="sng" spc="-14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CLASS DIAGRAM T</a:t>
            </a:r>
            <a:r>
              <a:rPr lang="en-US" u="sng" spc="-2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lang="en-US" u="sng" spc="4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lang="en-US" u="sng" spc="-1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lang="en-US" u="sng" spc="-130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lang="en-US" u="sng" spc="-5" dirty="0" smtClean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5379" y="2313241"/>
            <a:ext cx="1759585" cy="596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5"/>
              </a:spcBef>
            </a:pPr>
            <a:r>
              <a:rPr sz="1400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</a:t>
            </a:r>
            <a:r>
              <a:rPr sz="1400" u="sng" spc="-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400" u="sng" spc="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400" u="sng" spc="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Ǫ</a:t>
            </a:r>
            <a:r>
              <a:rPr sz="1400" u="sng" spc="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</a:t>
            </a:r>
            <a:r>
              <a:rPr sz="1400" u="sng" spc="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sz="1400" u="sng" spc="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</a:t>
            </a:r>
            <a:r>
              <a:rPr sz="14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sz="14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0" y="3038475"/>
            <a:ext cx="5723890" cy="3828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15005" y="892873"/>
            <a:ext cx="21316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400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sz="14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</a:t>
            </a:r>
            <a:r>
              <a:rPr sz="1400" u="sng" spc="-8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</a:t>
            </a:r>
            <a:r>
              <a:rPr sz="1400" u="sng" spc="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DI</a:t>
            </a:r>
            <a:r>
              <a:rPr sz="1400" u="sng" spc="-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G</a:t>
            </a:r>
            <a:r>
              <a:rPr sz="14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0" y="1268349"/>
            <a:ext cx="5723890" cy="4466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3610" y="892873"/>
            <a:ext cx="413892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TRAFFIC</a:t>
            </a:r>
            <a:r>
              <a:rPr sz="1400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LIGHT</a:t>
            </a:r>
            <a:r>
              <a:rPr sz="1400" u="sng" spc="-1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HAVING</a:t>
            </a:r>
            <a:r>
              <a:rPr sz="1400" u="sng" spc="-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sz="1400" u="sng" spc="-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2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MICROCONTROLLERS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10" y="1268349"/>
            <a:ext cx="5723890" cy="29237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3885" y="892873"/>
            <a:ext cx="12712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sz="1400" u="sng" spc="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</a:t>
            </a:r>
            <a:r>
              <a:rPr sz="1400" u="sng" spc="-14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</a:t>
            </a:r>
            <a:r>
              <a:rPr sz="1400" u="sng" spc="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</a:t>
            </a:r>
            <a:r>
              <a:rPr sz="1400" u="sng" spc="-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-</a:t>
            </a:r>
            <a:r>
              <a:rPr sz="1400" u="sng" spc="1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</a:t>
            </a:r>
            <a:r>
              <a:rPr sz="1400" u="sng" spc="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</a:t>
            </a:r>
            <a:r>
              <a:rPr sz="1400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8845" y="1268349"/>
            <a:ext cx="2500777" cy="322516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14400" y="1268349"/>
            <a:ext cx="5688330" cy="7085965"/>
            <a:chOff x="914400" y="1268349"/>
            <a:chExt cx="5688330" cy="70859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4602099"/>
              <a:ext cx="3004185" cy="37520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9573" y="4573524"/>
              <a:ext cx="2653029" cy="37806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400" y="1268349"/>
              <a:ext cx="2986151" cy="330517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39516" y="892873"/>
            <a:ext cx="1090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u="sng" spc="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SLAVE-CODE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35989" y="1268349"/>
            <a:ext cx="5709920" cy="6725284"/>
            <a:chOff x="935989" y="1268349"/>
            <a:chExt cx="5709920" cy="672528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989" y="1268349"/>
              <a:ext cx="3147695" cy="33902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3685" y="1368679"/>
              <a:ext cx="2561843" cy="32899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2974" y="4688839"/>
              <a:ext cx="2471801" cy="33045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5029" y="4707889"/>
              <a:ext cx="3221727" cy="32854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3250" y="4664075"/>
            <a:ext cx="480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/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ROB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5413"/>
            <a:ext cx="7556500" cy="5048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54</Words>
  <Application>Microsoft Office PowerPoint</Application>
  <PresentationFormat>Custom</PresentationFormat>
  <Paragraphs>19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Abis Rizvi</cp:lastModifiedBy>
  <cp:revision>7</cp:revision>
  <dcterms:created xsi:type="dcterms:W3CDTF">2024-12-04T22:27:56Z</dcterms:created>
  <dcterms:modified xsi:type="dcterms:W3CDTF">2025-12-11T09:49:28Z</dcterms:modified>
</cp:coreProperties>
</file>